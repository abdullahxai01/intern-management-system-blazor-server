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70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Management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Web-Based Solution for Managing Interns, Tasks &amp; Files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  |  </a:t>
            </a: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|  </a:t>
            </a: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Central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645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tasks tracked manually via Excel or paper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Sharing Issues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9472" y="1645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send/receive files between supervisors and interns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233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No Visibility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3383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had no real-time view of intern progress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0233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9472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No Role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3383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Supervisor and Intern had no separate access levels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complete Blazor Server web application that digitizes and centralizes all intern management operations: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91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6093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system — Admin, Supervisor, and Intern each see only their own dashboard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494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 with file attachment — Supervisors assign tasks and attach reference files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871216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077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dashboard — Interns view their tasks and download files sent by supervisors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529584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66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5844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— Admin can create, edit, delete users with photo upload support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187952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2245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24281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cards — All users displayed as visual cards with photo and information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Roles &amp; Access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 / Edit / Delete users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all interns &amp; supervisors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profile photos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system access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743200" cy="374904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743200" cy="548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78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Supervisor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Assign tasks to interns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Attach files to tasks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assigned task list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Delete tasks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743200" cy="3749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2743200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78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Intern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737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assigned tasks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Download files from supervisor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See task status &amp; due dates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own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Functionality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064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Module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5087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/ Supervisor / Intern login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19110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redirect after login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23134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management via LoginSession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834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83464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064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5087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Create, Edit, Delete users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0128" y="19110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department &amp; supervisor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23134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&amp; display profile photos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834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51560"/>
            <a:ext cx="283464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064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1928" y="15087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tasks with due dates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81928" y="19110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 files to tasks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81928" y="23134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View, filter &amp; delete tasks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017520"/>
            <a:ext cx="2834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017520"/>
            <a:ext cx="28346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" y="34747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Supervisor sends files to interns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" y="387705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 downloads received files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" y="427939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Files stored in wwwroot/uploads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3017520"/>
            <a:ext cx="2834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17520"/>
            <a:ext cx="2834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34747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cards for all users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10128" y="387705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photo, role, department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10128" y="427939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Intern &amp; Supervisor views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017520"/>
            <a:ext cx="28346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3017520"/>
            <a:ext cx="283464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(SQL Server)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1928" y="34747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tables: Users, Tasks, Files etc.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81928" y="387705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Entity Framework Core ORM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81928" y="427939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IDbContextFactory for thread safety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56032" cy="1691640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01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019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in C#. Real-time UI via SignalR.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56032" cy="1691640"/>
          </a:xfrm>
          <a:prstGeom prst="rect">
            <a:avLst/>
          </a:prstGeom>
          <a:solidFill>
            <a:srgbClr val="CC2927"/>
          </a:solidFill>
          <a:ln w="12700">
            <a:solidFill>
              <a:srgbClr val="CC29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2801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2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C2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47872" y="19019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database. 6 tables, stored on local SQL instance.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97280"/>
            <a:ext cx="256032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2801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19019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for database. IDbContextFactory for thread safety.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256032" cy="169164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1546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" y="3776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UI. Cards, tables, buttons, alerts.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56032" cy="1691640"/>
          </a:xfrm>
          <a:prstGeom prst="rect">
            <a:avLst/>
          </a:prstGeom>
          <a:solidFill>
            <a:srgbClr val="239120"/>
          </a:solidFill>
          <a:ln w="12700">
            <a:solidFill>
              <a:srgbClr val="2391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1546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9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13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39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47872" y="3776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language. Async/await, LINQ, DI pattern.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971800"/>
            <a:ext cx="256032" cy="1691640"/>
          </a:xfrm>
          <a:prstGeom prst="rect">
            <a:avLst/>
          </a:prstGeom>
          <a:solidFill>
            <a:srgbClr val="FF6384"/>
          </a:solidFill>
          <a:ln w="12700">
            <a:solidFill>
              <a:srgbClr val="FF63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31546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FF6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28232" y="3776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To add </a:t>
            </a:r>
            <a:r>
              <a:rPr lang="en-US" sz="1050" dirty="0" err="1" smtClean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functionlity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09728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Username, Password, FullName, Gender, Role, Nationality, Department, SupervisorName, Phone, StartDate, PhotoPath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556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7556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TaskId, Title, Description, AssignedTo, AssignedBy, DueDate, Status, Rating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322576"/>
            <a:ext cx="850392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41401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FileName, FilePath, AssignedTo, UploadedBy, UploadDate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723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InternFiles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307238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InternName, SupervisorName, FileName, FilePath, UploadDate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83017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1657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ActivityLog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391657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Message, CreatedAt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Management System — Built with Blazor Server &amp; SQL Server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</a:t>
            </a:r>
            <a:r>
              <a:rPr lang="en-US" sz="14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r>
              <a:rPr lang="en-US" sz="14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88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 |  Blazor Server  |  SQL Server  |  Entity Framework Core  |  Bootstrap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569</Words>
  <Application>Microsoft Office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 Management System</dc:title>
  <dc:subject>PptxGenJS Presentation</dc:subject>
  <dc:creator>PptxGenJS</dc:creator>
  <cp:lastModifiedBy>Microsoft account</cp:lastModifiedBy>
  <cp:revision>2</cp:revision>
  <dcterms:created xsi:type="dcterms:W3CDTF">2026-06-01T10:18:02Z</dcterms:created>
  <dcterms:modified xsi:type="dcterms:W3CDTF">2026-06-01T10:57:02Z</dcterms:modified>
</cp:coreProperties>
</file>